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4" r:id="rId6"/>
    <p:sldId id="265" r:id="rId7"/>
    <p:sldId id="268" r:id="rId8"/>
    <p:sldId id="266" r:id="rId9"/>
    <p:sldId id="267" r:id="rId10"/>
    <p:sldId id="270" r:id="rId11"/>
    <p:sldId id="269" r:id="rId12"/>
    <p:sldId id="260" r:id="rId13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="" xmlns:p1710="http://schemas.microsoft.com/office/powerpoint/2017/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/>
    <p:restoredTop sz="0"/>
  </p:normalViewPr>
  <p:slideViewPr>
    <p:cSldViewPr>
      <p:cViewPr varScale="1">
        <p:scale>
          <a:sx n="88" d="100"/>
          <a:sy n="88" d="100"/>
        </p:scale>
        <p:origin x="451" y="6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271BF10-E27D-4B12-A308-C14F3A59CE10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F8CB1EF-82CD-4E78-A7CB-9E5D4C5E729B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BCC0464-C42E-41B8-8FDF-604F55EAF17D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66D35CF-0EAA-40B5-BC50-E2040A0520F0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17D6E8F5-D22C-4EDF-8605-78620BE39C1A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D78B20F-A106-4448-8EA3-5A9F0E4EDBE2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FEC322C-3AE3-48FA-8422-9850D31CA2E1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DF2D444-9176-4180-9544-B5D0433841F1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8924CDE-384D-4BF7-A30B-EDEEE80EF984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734B7FF-E11D-41B0-A314-0B5383010460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4841228-83CA-44DF-9848-CD72F2F4E7BB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8"/>
            <a:ext cx="109699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012" y="228600"/>
            <a:ext cx="10209372" cy="1143000"/>
          </a:xfrm>
        </p:spPr>
        <p:txBody>
          <a:bodyPr/>
          <a:lstStyle/>
          <a:p>
            <a:r>
              <a:rPr lang="en-US" b="1" u="sng" dirty="0" smtClean="0">
                <a:latin typeface="Georgia" pitchFamily="18" charset="0"/>
              </a:rPr>
              <a:t>Problem in Existing Tiffin Service</a:t>
            </a:r>
            <a:endParaRPr lang="en-US" b="1" u="sng" dirty="0">
              <a:latin typeface="Georg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2" y="1600201"/>
            <a:ext cx="10209372" cy="41147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Georgia" pitchFamily="18" charset="0"/>
              </a:rPr>
              <a:t>Low Food Quality 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Georgia" pitchFamily="18" charset="0"/>
              </a:rPr>
              <a:t>High Pricing 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Georgia" pitchFamily="18" charset="0"/>
              </a:rPr>
              <a:t>Unorganized Tiffin Services </a:t>
            </a:r>
            <a:endParaRPr lang="en-US" dirty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Georgia" pitchFamily="18" charset="0"/>
              </a:rPr>
              <a:t> </a:t>
            </a:r>
            <a:endParaRPr lang="en-US" dirty="0">
              <a:latin typeface="Georgia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7212" y="1600200"/>
            <a:ext cx="39624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Georgia" pitchFamily="18" charset="0"/>
              </a:rPr>
              <a:t>Vision</a:t>
            </a:r>
          </a:p>
          <a:p>
            <a:pPr algn="ctr"/>
            <a:endParaRPr lang="en-US" sz="4000" b="1" dirty="0" smtClean="0">
              <a:latin typeface="Georgia" pitchFamily="18" charset="0"/>
            </a:endParaRPr>
          </a:p>
          <a:p>
            <a:pPr algn="ctr"/>
            <a:r>
              <a:rPr lang="en-US" sz="2500" dirty="0" smtClean="0">
                <a:latin typeface="Georgia" pitchFamily="18" charset="0"/>
              </a:rPr>
              <a:t>To provide a highly flexible and systematic digital platform for new and pre existing </a:t>
            </a:r>
            <a:r>
              <a:rPr lang="en-US" sz="2500" dirty="0" err="1" smtClean="0">
                <a:latin typeface="Georgia" pitchFamily="18" charset="0"/>
              </a:rPr>
              <a:t>tiffin</a:t>
            </a:r>
            <a:r>
              <a:rPr lang="en-US" sz="2500" dirty="0" smtClean="0">
                <a:latin typeface="Georgia" pitchFamily="18" charset="0"/>
              </a:rPr>
              <a:t> systems, empowering women and people welfare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9212" y="1600200"/>
            <a:ext cx="4191000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Georgia" pitchFamily="18" charset="0"/>
              </a:rPr>
              <a:t>Mission</a:t>
            </a:r>
          </a:p>
          <a:p>
            <a:pPr algn="ctr"/>
            <a:endParaRPr lang="en-US" sz="2500" b="1" dirty="0" smtClean="0">
              <a:latin typeface="Georgia" pitchFamily="18" charset="0"/>
            </a:endParaRPr>
          </a:p>
          <a:p>
            <a:pPr algn="ctr"/>
            <a:r>
              <a:rPr lang="en-US" sz="2500" dirty="0" smtClean="0">
                <a:latin typeface="Georgia" pitchFamily="18" charset="0"/>
              </a:rPr>
              <a:t>To promote women empowerment by providing extra source of income &amp; To provide high quality tiffin service </a:t>
            </a:r>
          </a:p>
          <a:p>
            <a:pPr algn="ctr"/>
            <a:endParaRPr lang="en-US" sz="2500" dirty="0" smtClean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274638"/>
            <a:ext cx="10209372" cy="1143000"/>
          </a:xfrm>
        </p:spPr>
        <p:txBody>
          <a:bodyPr/>
          <a:lstStyle/>
          <a:p>
            <a:r>
              <a:rPr lang="en-US" b="1" dirty="0" smtClean="0"/>
              <a:t>Stake Holders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89012" y="1827311"/>
            <a:ext cx="59436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 smtClean="0">
                <a:latin typeface="Georgia" pitchFamily="18" charset="0"/>
              </a:rPr>
              <a:t>Service provider</a:t>
            </a:r>
          </a:p>
          <a:p>
            <a:endParaRPr lang="en-US" sz="35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Housewives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Local Tiffin System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Restaurants 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70612" y="1827311"/>
            <a:ext cx="31242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i="1" dirty="0" smtClean="0">
                <a:latin typeface="Georgia" pitchFamily="18" charset="0"/>
              </a:rPr>
              <a:t>  </a:t>
            </a:r>
            <a:r>
              <a:rPr lang="en-US" sz="3500" dirty="0" smtClean="0">
                <a:latin typeface="Georgia" pitchFamily="18" charset="0"/>
              </a:rPr>
              <a:t>User</a:t>
            </a:r>
          </a:p>
          <a:p>
            <a:endParaRPr lang="en-US" sz="35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Students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Georgia" pitchFamily="18" charset="0"/>
              </a:rPr>
              <a:t>Employees</a:t>
            </a:r>
            <a:endParaRPr lang="en-US" sz="2000" dirty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ffin-images-clipart-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79612" y="1676400"/>
            <a:ext cx="1606685" cy="1678093"/>
          </a:xfrm>
          <a:prstGeom prst="rect">
            <a:avLst/>
          </a:prstGeom>
        </p:spPr>
      </p:pic>
      <p:pic>
        <p:nvPicPr>
          <p:cNvPr id="6" name="Picture 5" descr="loving-mom-introducing-new-recipe-to-her-child-happy-mother-feeding-baby-solid-food-spoon-19666939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612" y="1752600"/>
            <a:ext cx="2110082" cy="1709166"/>
          </a:xfrm>
          <a:prstGeom prst="rect">
            <a:avLst/>
          </a:prstGeom>
        </p:spPr>
      </p:pic>
      <p:pic>
        <p:nvPicPr>
          <p:cNvPr id="7" name="Picture 6" descr="202-2025315_library-drawing-restaurant-restaurant-clipart-png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532812" y="1447800"/>
            <a:ext cx="1931331" cy="179943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rot="5400000">
            <a:off x="3199606" y="4495006"/>
            <a:ext cx="2438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921624" y="3276600"/>
            <a:ext cx="3176" cy="2438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3812" y="3276600"/>
            <a:ext cx="31242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Local Tiffin Service</a:t>
            </a:r>
          </a:p>
          <a:p>
            <a:pPr algn="ctr"/>
            <a:endParaRPr lang="en-US" sz="2200" b="1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We will </a:t>
            </a:r>
            <a:r>
              <a:rPr lang="en-US" sz="2000" dirty="0">
                <a:latin typeface="Georgia" pitchFamily="18" charset="0"/>
              </a:rPr>
              <a:t>t</a:t>
            </a:r>
            <a:r>
              <a:rPr lang="en-US" sz="2000" dirty="0" smtClean="0">
                <a:latin typeface="Georgia" pitchFamily="18" charset="0"/>
              </a:rPr>
              <a:t>ie-up with the existing tiffin services and </a:t>
            </a:r>
            <a:r>
              <a:rPr lang="en-US" sz="2000" dirty="0">
                <a:latin typeface="Georgia" pitchFamily="18" charset="0"/>
              </a:rPr>
              <a:t>p</a:t>
            </a:r>
            <a:r>
              <a:rPr lang="en-US" sz="2000" dirty="0" smtClean="0">
                <a:latin typeface="Georgia" pitchFamily="18" charset="0"/>
              </a:rPr>
              <a:t>rovide them new Users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18012" y="3276600"/>
            <a:ext cx="35052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Housewives</a:t>
            </a:r>
          </a:p>
          <a:p>
            <a:pPr algn="ctr"/>
            <a:endParaRPr lang="en-US" sz="2200" b="1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We will provide fundamental </a:t>
            </a:r>
            <a:r>
              <a:rPr lang="en-US" sz="2000" dirty="0">
                <a:latin typeface="Georgia" pitchFamily="18" charset="0"/>
              </a:rPr>
              <a:t>r</a:t>
            </a:r>
            <a:r>
              <a:rPr lang="en-US" sz="2000" dirty="0" smtClean="0">
                <a:latin typeface="Georgia" pitchFamily="18" charset="0"/>
              </a:rPr>
              <a:t>aw </a:t>
            </a:r>
            <a:r>
              <a:rPr lang="en-US" sz="2000" dirty="0">
                <a:latin typeface="Georgia" pitchFamily="18" charset="0"/>
              </a:rPr>
              <a:t>m</a:t>
            </a:r>
            <a:r>
              <a:rPr lang="en-US" sz="2000" dirty="0" smtClean="0">
                <a:latin typeface="Georgia" pitchFamily="18" charset="0"/>
              </a:rPr>
              <a:t>aterials </a:t>
            </a:r>
            <a:r>
              <a:rPr lang="en-US" sz="2000" dirty="0">
                <a:latin typeface="Georgia" pitchFamily="18" charset="0"/>
              </a:rPr>
              <a:t>t</a:t>
            </a:r>
            <a:r>
              <a:rPr lang="en-US" sz="2000" dirty="0" smtClean="0">
                <a:latin typeface="Georgia" pitchFamily="18" charset="0"/>
              </a:rPr>
              <a:t>o </a:t>
            </a:r>
            <a:r>
              <a:rPr lang="en-US" sz="2000" dirty="0">
                <a:latin typeface="Georgia" pitchFamily="18" charset="0"/>
              </a:rPr>
              <a:t>h</a:t>
            </a:r>
            <a:r>
              <a:rPr lang="en-US" sz="2000" dirty="0" smtClean="0">
                <a:latin typeface="Georgia" pitchFamily="18" charset="0"/>
              </a:rPr>
              <a:t>ousewives and a dashboard </a:t>
            </a:r>
            <a:r>
              <a:rPr lang="en-US" sz="2000" dirty="0">
                <a:latin typeface="Georgia" pitchFamily="18" charset="0"/>
              </a:rPr>
              <a:t>t</a:t>
            </a:r>
            <a:r>
              <a:rPr lang="en-US" sz="2000" dirty="0" smtClean="0">
                <a:latin typeface="Georgia" pitchFamily="18" charset="0"/>
              </a:rPr>
              <a:t>o </a:t>
            </a:r>
            <a:r>
              <a:rPr lang="en-US" sz="2000" dirty="0">
                <a:latin typeface="Georgia" pitchFamily="18" charset="0"/>
              </a:rPr>
              <a:t>m</a:t>
            </a:r>
            <a:r>
              <a:rPr lang="en-US" sz="2000" dirty="0" smtClean="0">
                <a:latin typeface="Georgia" pitchFamily="18" charset="0"/>
              </a:rPr>
              <a:t>anage </a:t>
            </a:r>
            <a:r>
              <a:rPr lang="en-US" sz="2000" dirty="0">
                <a:latin typeface="Georgia" pitchFamily="18" charset="0"/>
              </a:rPr>
              <a:t>t</a:t>
            </a:r>
            <a:r>
              <a:rPr lang="en-US" sz="2000" dirty="0" smtClean="0">
                <a:latin typeface="Georgia" pitchFamily="18" charset="0"/>
              </a:rPr>
              <a:t>heir </a:t>
            </a:r>
            <a:r>
              <a:rPr lang="en-US" sz="2000" dirty="0">
                <a:latin typeface="Georgia" pitchFamily="18" charset="0"/>
              </a:rPr>
              <a:t>s</a:t>
            </a:r>
            <a:r>
              <a:rPr lang="en-US" sz="2000" dirty="0" smtClean="0">
                <a:latin typeface="Georgia" pitchFamily="18" charset="0"/>
              </a:rPr>
              <a:t>ervices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23212" y="3276600"/>
            <a:ext cx="32766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Restaurants</a:t>
            </a:r>
          </a:p>
          <a:p>
            <a:pPr algn="ctr"/>
            <a:endParaRPr lang="en-US" sz="2200" b="1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We will integrate the     pre-existing thali system in our timely organized tiffin service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98612" y="304800"/>
            <a:ext cx="9296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Georgia" pitchFamily="18" charset="0"/>
              </a:rPr>
              <a:t>Service Providers </a:t>
            </a:r>
          </a:p>
          <a:p>
            <a:pPr algn="ctr"/>
            <a:endParaRPr lang="en-US" sz="4400" b="1" dirty="0" smtClean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74812" y="457200"/>
            <a:ext cx="9448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Georgia" pitchFamily="18" charset="0"/>
              </a:rPr>
              <a:t>Rules For Service Providers</a:t>
            </a:r>
            <a:endParaRPr lang="en-US" sz="4400" b="1" dirty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6612" y="1600200"/>
            <a:ext cx="11125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They have to verify food related certificates issued by G.O.I</a:t>
            </a:r>
            <a:r>
              <a:rPr lang="en-US" sz="3000" dirty="0" smtClean="0">
                <a:latin typeface="Georgia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Maintain food quality &amp; hygiene </a:t>
            </a:r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They have to maintain proper rating &amp; react towards </a:t>
            </a:r>
            <a:r>
              <a:rPr lang="en-US" sz="3000" dirty="0" smtClean="0">
                <a:latin typeface="Georgia" pitchFamily="18" charset="0"/>
              </a:rPr>
              <a:t>customer</a:t>
            </a:r>
          </a:p>
          <a:p>
            <a:r>
              <a:rPr lang="en-US" sz="3000" dirty="0" smtClean="0">
                <a:latin typeface="Georgia" pitchFamily="18" charset="0"/>
              </a:rPr>
              <a:t> </a:t>
            </a:r>
            <a:r>
              <a:rPr lang="en-US" sz="3000" dirty="0" smtClean="0">
                <a:latin typeface="Georgia" pitchFamily="18" charset="0"/>
              </a:rPr>
              <a:t>review </a:t>
            </a:r>
            <a:endParaRPr lang="en-US" sz="3000" dirty="0" smtClean="0">
              <a:latin typeface="Georgia" pitchFamily="18" charset="0"/>
            </a:endParaRPr>
          </a:p>
          <a:p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Decide weekly menu according to customers </a:t>
            </a:r>
          </a:p>
          <a:p>
            <a:pPr>
              <a:buFont typeface="Wingdings" pitchFamily="2" charset="2"/>
              <a:buChar char="Ø"/>
            </a:pPr>
            <a:endParaRPr lang="en-US" sz="3000" dirty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 rot="5400000">
            <a:off x="3199606" y="4495006"/>
            <a:ext cx="2438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6666706" y="4533106"/>
            <a:ext cx="2514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92223" y="2841129"/>
            <a:ext cx="31242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Basic Subscription</a:t>
            </a:r>
          </a:p>
          <a:p>
            <a:pPr algn="ctr"/>
            <a:endParaRPr lang="en-US" sz="2200" b="1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User can select any one of service provider permanently 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5426" y="2841129"/>
            <a:ext cx="35052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Prime Subscription </a:t>
            </a:r>
          </a:p>
          <a:p>
            <a:pPr algn="ctr"/>
            <a:endParaRPr lang="en-US" sz="2200" b="1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User have freedom to choose their service provider on weekly basis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99412" y="2841129"/>
            <a:ext cx="3276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latin typeface="Georgia" pitchFamily="18" charset="0"/>
              </a:rPr>
              <a:t>Add-On</a:t>
            </a:r>
          </a:p>
          <a:p>
            <a:pPr algn="ctr"/>
            <a:endParaRPr lang="en-US" sz="2200" b="1" dirty="0" smtClean="0">
              <a:latin typeface="Georgia" pitchFamily="18" charset="0"/>
            </a:endParaRPr>
          </a:p>
          <a:p>
            <a:pPr algn="ctr"/>
            <a:r>
              <a:rPr lang="en-US" sz="2000" dirty="0" smtClean="0">
                <a:latin typeface="Georgia" pitchFamily="18" charset="0"/>
              </a:rPr>
              <a:t>We </a:t>
            </a:r>
            <a:r>
              <a:rPr lang="en-US" sz="2000" dirty="0" smtClean="0">
                <a:latin typeface="Georgia" pitchFamily="18" charset="0"/>
              </a:rPr>
              <a:t>will </a:t>
            </a:r>
            <a:r>
              <a:rPr lang="en-US" sz="2000" dirty="0">
                <a:latin typeface="Georgia" pitchFamily="18" charset="0"/>
              </a:rPr>
              <a:t>p</a:t>
            </a:r>
            <a:r>
              <a:rPr lang="en-US" sz="2000" dirty="0" smtClean="0">
                <a:latin typeface="Georgia" pitchFamily="18" charset="0"/>
              </a:rPr>
              <a:t>rovide Add-On such as dessert and soft drink with </a:t>
            </a:r>
            <a:r>
              <a:rPr lang="en-US" sz="2000" dirty="0">
                <a:latin typeface="Georgia" pitchFamily="18" charset="0"/>
              </a:rPr>
              <a:t>m</a:t>
            </a:r>
            <a:r>
              <a:rPr lang="en-US" sz="2000" dirty="0" smtClean="0">
                <a:latin typeface="Georgia" pitchFamily="18" charset="0"/>
              </a:rPr>
              <a:t>eal </a:t>
            </a:r>
            <a:endParaRPr lang="en-US" sz="2000" dirty="0">
              <a:latin typeface="Georgia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98612" y="287383"/>
            <a:ext cx="9296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Georgia" pitchFamily="18" charset="0"/>
              </a:rPr>
              <a:t>User </a:t>
            </a:r>
          </a:p>
          <a:p>
            <a:pPr algn="ctr"/>
            <a:endParaRPr lang="en-US" sz="4400" b="1" dirty="0" smtClean="0">
              <a:latin typeface="Georgia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7012" y="1752600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Georgia" pitchFamily="18" charset="0"/>
              </a:rPr>
              <a:t>User Flexibility  </a:t>
            </a:r>
            <a:endParaRPr lang="en-US" b="1" dirty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2412" y="2057400"/>
            <a:ext cx="9448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Users </a:t>
            </a:r>
            <a:r>
              <a:rPr lang="en-US" sz="3000" dirty="0" smtClean="0">
                <a:latin typeface="Georgia" pitchFamily="18" charset="0"/>
              </a:rPr>
              <a:t>can cancel subscription after a particular time</a:t>
            </a:r>
          </a:p>
          <a:p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Users </a:t>
            </a:r>
            <a:r>
              <a:rPr lang="en-US" sz="3000" dirty="0" smtClean="0">
                <a:latin typeface="Georgia" pitchFamily="18" charset="0"/>
              </a:rPr>
              <a:t>can pause their subscription at any time</a:t>
            </a:r>
          </a:p>
          <a:p>
            <a:pPr>
              <a:buFont typeface="Wingdings" pitchFamily="2" charset="2"/>
              <a:buChar char="Ø"/>
            </a:pPr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Users </a:t>
            </a:r>
            <a:r>
              <a:rPr lang="en-US" sz="3000" dirty="0" smtClean="0">
                <a:latin typeface="Georgia" pitchFamily="18" charset="0"/>
              </a:rPr>
              <a:t>have power to complaint about the services  </a:t>
            </a:r>
            <a:endParaRPr lang="en-US" sz="3000" dirty="0">
              <a:latin typeface="Georgia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412" y="76200"/>
            <a:ext cx="990600" cy="101530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2" y="274638"/>
            <a:ext cx="10209372" cy="1143000"/>
          </a:xfrm>
        </p:spPr>
        <p:txBody>
          <a:bodyPr/>
          <a:lstStyle/>
          <a:p>
            <a:r>
              <a:rPr lang="en-US" b="1" dirty="0" smtClean="0">
                <a:latin typeface="Georgia" pitchFamily="18" charset="0"/>
              </a:rPr>
              <a:t>Delivery System</a:t>
            </a:r>
            <a:endParaRPr lang="en-US" b="1" dirty="0">
              <a:latin typeface="Georgi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22412" y="1219200"/>
            <a:ext cx="10515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145-1453397_tasty-tides-tiffin-service-clipart-hd-png-download-removebg-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761412" y="304800"/>
            <a:ext cx="1822002" cy="1073903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Georgia" pitchFamily="18" charset="0"/>
              </a:rPr>
              <a:t>U.S.P.</a:t>
            </a:r>
            <a:endParaRPr lang="en-US" b="1" dirty="0">
              <a:latin typeface="Georgia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93812" y="1447800"/>
            <a:ext cx="10439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We </a:t>
            </a:r>
            <a:r>
              <a:rPr lang="en-US" sz="3000" dirty="0" smtClean="0">
                <a:latin typeface="Georgia" pitchFamily="18" charset="0"/>
              </a:rPr>
              <a:t>will assist </a:t>
            </a:r>
            <a:r>
              <a:rPr lang="en-US" sz="3000" dirty="0" smtClean="0">
                <a:latin typeface="Georgia" pitchFamily="18" charset="0"/>
              </a:rPr>
              <a:t>women </a:t>
            </a:r>
            <a:r>
              <a:rPr lang="en-US" sz="3000" dirty="0" smtClean="0">
                <a:latin typeface="Georgia" pitchFamily="18" charset="0"/>
              </a:rPr>
              <a:t>in generating a stable revenue source by providing an interactive and clean dashboard</a:t>
            </a:r>
            <a:endParaRPr lang="en-US" sz="3000" dirty="0" smtClean="0">
              <a:latin typeface="Georgia" pitchFamily="18" charset="0"/>
            </a:endParaRPr>
          </a:p>
          <a:p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We are providing </a:t>
            </a:r>
            <a:r>
              <a:rPr lang="en-US" sz="3000" dirty="0" smtClean="0">
                <a:latin typeface="Georgia" pitchFamily="18" charset="0"/>
              </a:rPr>
              <a:t>an </a:t>
            </a:r>
            <a:r>
              <a:rPr lang="en-US" sz="3000" dirty="0" smtClean="0">
                <a:latin typeface="Georgia" pitchFamily="18" charset="0"/>
              </a:rPr>
              <a:t>organized system to </a:t>
            </a:r>
            <a:r>
              <a:rPr lang="en-US" sz="3000" dirty="0" smtClean="0">
                <a:latin typeface="Georgia" pitchFamily="18" charset="0"/>
              </a:rPr>
              <a:t>local pre-existing tiffin </a:t>
            </a:r>
            <a:r>
              <a:rPr lang="en-US" sz="3000" dirty="0" smtClean="0">
                <a:latin typeface="Georgia" pitchFamily="18" charset="0"/>
              </a:rPr>
              <a:t>services</a:t>
            </a:r>
          </a:p>
          <a:p>
            <a:pPr>
              <a:buFont typeface="Wingdings" pitchFamily="2" charset="2"/>
              <a:buChar char="Ø"/>
            </a:pPr>
            <a:endParaRPr lang="en-US" sz="3000" dirty="0" smtClean="0">
              <a:latin typeface="Georgia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000" dirty="0" smtClean="0">
                <a:latin typeface="Georgia" pitchFamily="18" charset="0"/>
              </a:rPr>
              <a:t> We are providing homemade food to user</a:t>
            </a:r>
          </a:p>
          <a:p>
            <a:endParaRPr lang="en-US" sz="3000" dirty="0">
              <a:latin typeface="Georg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Georgia" pitchFamily="18" charset="0"/>
              </a:rPr>
              <a:t>This Deck Is Not </a:t>
            </a:r>
            <a:r>
              <a:rPr lang="en-US" b="1" dirty="0" smtClean="0">
                <a:latin typeface="Georgia" pitchFamily="18" charset="0"/>
              </a:rPr>
              <a:t>Everything </a:t>
            </a:r>
            <a:endParaRPr lang="en-US" b="1" dirty="0">
              <a:latin typeface="Georg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" y="1600201"/>
            <a:ext cx="10969943" cy="350519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Mega Kitchen Concept 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Fresh Kitchen 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Food Chain Services</a:t>
            </a:r>
          </a:p>
          <a:p>
            <a:pPr>
              <a:buNone/>
            </a:pPr>
            <a:r>
              <a:rPr lang="en-US" dirty="0" smtClean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4"/>
  <p:tag name="AS_OS" val="Microsoft Windows NT 10.0.17763.0"/>
  <p:tag name="AS_RELEASE_DATE" val="2022.04.14"/>
  <p:tag name="AS_TITLE" val="Aspose.Slides for .NET5"/>
  <p:tag name="AS_VERSION" val="2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272</Words>
  <Application>Microsoft Office PowerPoint</Application>
  <PresentationFormat>Custom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Wingdings</vt:lpstr>
      <vt:lpstr>Office Theme</vt:lpstr>
      <vt:lpstr>PowerPoint Presentation</vt:lpstr>
      <vt:lpstr>Problem in Existing Tiffin Service</vt:lpstr>
      <vt:lpstr>PowerPoint Presentation</vt:lpstr>
      <vt:lpstr>Stake Holders</vt:lpstr>
      <vt:lpstr>PowerPoint Presentation</vt:lpstr>
      <vt:lpstr>PowerPoint Presentation</vt:lpstr>
      <vt:lpstr>PowerPoint Presentation</vt:lpstr>
      <vt:lpstr>User Flexibility  </vt:lpstr>
      <vt:lpstr>Delivery System</vt:lpstr>
      <vt:lpstr>U.S.P.</vt:lpstr>
      <vt:lpstr>This Deck Is Not Everything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Prashant Singh</cp:lastModifiedBy>
  <cp:revision>38</cp:revision>
  <cp:lastPrinted>2022-05-22T10:56:09Z</cp:lastPrinted>
  <dcterms:created xsi:type="dcterms:W3CDTF">2022-05-22T10:56:09Z</dcterms:created>
  <dcterms:modified xsi:type="dcterms:W3CDTF">2022-05-24T11:50:29Z</dcterms:modified>
</cp:coreProperties>
</file>